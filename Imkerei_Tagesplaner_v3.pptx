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1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Imkerei Tagesplaner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4800600"/>
            <a:ext cx="320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bienenplan.de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1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Imkerei Tagesplaner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4800600"/>
            <a:ext cx="320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bienenplan.de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0" y="4800600"/>
            <a:ext cx="320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bienenplan.de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VERFUEGBAR – VERSION 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Deine Imkerei.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8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organisiert.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Voelker verwalten, Behandlungen planen, Trachten kartieren und Ernten dokumentieren – alles in einer App.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194560" cy="45720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 testen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365760"/>
            <a:ext cx="35661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365760"/>
            <a:ext cx="356616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5285232" y="502920"/>
            <a:ext cx="91440" cy="914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22392" y="502920"/>
            <a:ext cx="91440" cy="914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502920"/>
            <a:ext cx="91440" cy="914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– 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005840"/>
            <a:ext cx="3108960" cy="777240"/>
          </a:xfrm>
          <a:prstGeom prst="rect">
            <a:avLst/>
          </a:prstGeom>
          <a:solidFill>
            <a:srgbClr val="FFFB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1170432"/>
            <a:ext cx="347472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Voelker aktiv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Standorte verwaltet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1234440"/>
            <a:ext cx="502920" cy="23774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7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349240" y="1965960"/>
            <a:ext cx="3108960" cy="777240"/>
          </a:xfrm>
          <a:prstGeom prst="rect">
            <a:avLst/>
          </a:prstGeom>
          <a:solidFill>
            <a:srgbClr val="FFFB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2130552"/>
            <a:ext cx="347472" cy="347472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Varroa Behandlung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Oxalsaeure – in 3 Tagen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2926080"/>
            <a:ext cx="3108960" cy="777240"/>
          </a:xfrm>
          <a:prstGeom prst="rect">
            <a:avLst/>
          </a:prstGeom>
          <a:solidFill>
            <a:srgbClr val="FFFB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0" y="3090672"/>
            <a:ext cx="347472" cy="3474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Raps-Tracht aktiv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12.04 – ca. 18 kg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kg Ernte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13716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Aufgaben heute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ENTWICKELT MIT LEIDENSCHAFT FUER DIE IMKEREI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Hobbyimker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Wanderimker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Zuechter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FFF3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88720"/>
            <a:ext cx="1220724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Imker eine digitale Loesung brauchen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286000"/>
            <a:ext cx="54864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Zettelwirtschaft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Notizen gehen verloren, kein 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286000"/>
            <a:ext cx="54864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Verpasste Behandlungen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vergessen = Voelker gefaehrdet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3756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Bestandsbuch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Gesetzliche Pflicht wird nicht erfuellt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3756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33756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Austausch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Isoliertes Wissen, keine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987552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Alles, was du als Imker brauchst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Standort-Management ueber Behandlungsplaene bis zur Erntedokumentation.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60320" cy="12801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764792"/>
            <a:ext cx="365760" cy="36576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21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Standorte &amp; Voelker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GPS-Karte, Voelker-Status, Koenigin-Info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560320" cy="12801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0020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764792"/>
            <a:ext cx="36576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221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Behandlungsplaner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Varroa-Methoden, automatische Termine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560320" cy="12801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0020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764792"/>
            <a:ext cx="365760" cy="3657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21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Trachtkarte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Bluehzeiten, GPS-Trachten, Gantt-Chart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2560320" cy="12801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06324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227832"/>
            <a:ext cx="365760" cy="36576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Koeniginnenzucht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Zuchtserien mit Timeline planen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063240"/>
            <a:ext cx="2560320" cy="12801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306324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Shape 26"/>
          <p:cNvSpPr/>
          <p:nvPr/>
        </p:nvSpPr>
        <p:spPr>
          <a:xfrm>
            <a:off x="3611880" y="3227832"/>
            <a:ext cx="365760" cy="365760"/>
          </a:xfrm>
          <a:prstGeom prst="rect">
            <a:avLst/>
          </a:prstGeom>
          <a:solidFill>
            <a:srgbClr val="FFE4E6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Ernte &amp; Kosten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118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Honigmengen und Ausgaben tracken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063240"/>
            <a:ext cx="2560320" cy="12801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06324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3227832"/>
            <a:ext cx="36576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Packliste &amp; Aufgaben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Checklisten und smarte Todo-Liste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4800600"/>
          </a:xfrm>
          <a:prstGeom prst="rect">
            <a:avLst/>
          </a:prstGeom>
          <a:solidFill>
            <a:srgbClr val="1C141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842516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42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Standorte &amp; Voelker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 Bienen-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staende im Blick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Karte mit GPS. Jedes Volk hat eine Karteikarte mit Zustand und Koenigin-Info.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OpenStreetMap-Karte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Voelker-Karten mit 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Koenigin-Tracking (Jahrgang, Farbe)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Standort-Wetter auf einen Blick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4572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457200"/>
            <a:ext cx="41148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621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Standort: Waldrand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48.86 N, 8.38 E – 4 Voelker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8288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828800"/>
            <a:ext cx="4114800" cy="36576"/>
          </a:xfrm>
          <a:prstGeom prst="rect">
            <a:avLst/>
          </a:prstGeom>
          <a:solidFill>
            <a:srgbClr val="3D7C4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Volk: Carnica-01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Stark – Koenigin 2024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200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200400"/>
            <a:ext cx="4114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Naechste Aktion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Schwarmkontrolle in 3 Tagen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687068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687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Behandlungsplaner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Varroa im Griff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420624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99032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Ameisensaeure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2801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Langzeit 14d oder Kurzzeitbehandlung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10512"/>
            <a:ext cx="7863840" cy="42062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810512"/>
            <a:ext cx="54864" cy="4206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92938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8105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Oxalsaeure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8105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Winterbehandlung – Traeufeln / Verdampfen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40864"/>
            <a:ext cx="786384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340864"/>
            <a:ext cx="54864" cy="420624"/>
          </a:xfrm>
          <a:prstGeom prst="rect">
            <a:avLst/>
          </a:prstGeom>
          <a:solidFill>
            <a:srgbClr val="3D7C47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459736"/>
            <a:ext cx="164592" cy="164592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3408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Milchsaeure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3408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Brutfreie Voelker im Sommer behandeln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871216"/>
            <a:ext cx="7863840" cy="420624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871216"/>
            <a:ext cx="54864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99008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28712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Thymol / Bayvarol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87121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Streifen und Verdunster-Methoden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401568"/>
            <a:ext cx="7863840" cy="42062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401568"/>
            <a:ext cx="54864" cy="420624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520440"/>
            <a:ext cx="164592" cy="164592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34015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Methoden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34015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 konfigurierbare Behandlungstypen anlegen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Termine  |  Erinnerungen  |  Timeline  |  Als erledigt markieren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453896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Ernte &amp; Tracht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Bienenstock ins Glas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37490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536192"/>
            <a:ext cx="365760" cy="365760"/>
          </a:xfrm>
          <a:prstGeom prst="rect">
            <a:avLst/>
          </a:prstGeom>
          <a:solidFill>
            <a:srgbClr val="FFE4E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Honigernte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Ernte pro Volk oder Standort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Honigsorte, Menge, Wassergehalt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Jahresvergleich mit Diagrammen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Gesamtertrag auf einen Blick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25880"/>
            <a:ext cx="3749040" cy="36576"/>
          </a:xfrm>
          <a:prstGeom prst="rect">
            <a:avLst/>
          </a:prstGeom>
          <a:solidFill>
            <a:srgbClr val="3D7C4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0" y="1536192"/>
            <a:ext cx="365760" cy="3657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Trachtkalender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29200" y="2194560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Bluehzeiten aller Trachtpflanzen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2606040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Trachtkarte mit GPS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3017520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Pollen- und Nektarwert pro Pflanze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3429000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Oeffentliche Karte – Daten teilen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687068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687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Highlight-Feature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Trachtkarte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 dein Trachtwissen mit der Community – und profitiere vom Wissen anderer Imker.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794760" cy="2560320"/>
          </a:xfrm>
          <a:prstGeom prst="rect">
            <a:avLst/>
          </a:prstGeom>
          <a:solidFill>
            <a:srgbClr val="2D1F1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3794760" cy="36576"/>
          </a:xfrm>
          <a:prstGeom prst="rect">
            <a:avLst/>
          </a:prstGeom>
          <a:solidFill>
            <a:srgbClr val="3D7C4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Karte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Trachten mit GPS-Standort erfassen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706624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 fuer alle Imker in der Region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035808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62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Bluehzeiten als Gantt-Chart anzeigen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364992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Pollen- und Nektarwert pro Pflanze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694176"/>
            <a:ext cx="91440" cy="9144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621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nach Monat und Pflanzenart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691640"/>
            <a:ext cx="3794760" cy="2560320"/>
          </a:xfrm>
          <a:prstGeom prst="rect">
            <a:avLst/>
          </a:prstGeom>
          <a:solidFill>
            <a:srgbClr val="2D1F1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691640"/>
            <a:ext cx="379476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Community-Sharing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83480" y="237744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Trachten oeffentlich teilen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066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Erfahrungen anderer profitieren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03580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962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Trachtquellen in deiner Naehe finden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336499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 Standortwahl treffen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369417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621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regionales Wissen aufbauen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716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Trachtkarte ist eines der beliebtesten Features – kostenlos ausprobieren!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987552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Tag auf einen Blick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Termine, Aufgaben und Behandlungen chronologisch.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81328" y="1920240"/>
            <a:ext cx="27432" cy="411480"/>
          </a:xfrm>
          <a:prstGeom prst="rect">
            <a:avLst/>
          </a:prstGeom>
          <a:solidFill>
            <a:srgbClr val="7A6652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53312" y="1709928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Durchsicht Standort Waldrand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81328" y="2450592"/>
            <a:ext cx="27432" cy="411480"/>
          </a:xfrm>
          <a:prstGeom prst="rect">
            <a:avLst/>
          </a:prstGeom>
          <a:solidFill>
            <a:srgbClr val="7A6652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53312" y="2240280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1762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Varroa-Behandlung Volk 3 + 4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81328" y="2980944"/>
            <a:ext cx="27432" cy="411480"/>
          </a:xfrm>
          <a:prstGeom prst="rect">
            <a:avLst/>
          </a:prstGeom>
          <a:solidFill>
            <a:srgbClr val="7A6652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53312" y="2770632"/>
            <a:ext cx="274320" cy="274320"/>
          </a:xfrm>
          <a:prstGeom prst="ellipse">
            <a:avLst/>
          </a:prstGeom>
          <a:solidFill>
            <a:srgbClr val="3D7C47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27066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05.03.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7066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Honigraum aufsetzen – alle Voelker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81328" y="3511296"/>
            <a:ext cx="27432" cy="411480"/>
          </a:xfrm>
          <a:prstGeom prst="rect">
            <a:avLst/>
          </a:prstGeom>
          <a:solidFill>
            <a:srgbClr val="7A665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53312" y="3300984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32369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07.03.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236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Futter kontrollieren Standort Wiese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53312" y="383133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3767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10.03.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673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Schwarmkontrolle alle Voelker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7863840" cy="292608"/>
          </a:xfrm>
          <a:prstGeom prst="rect">
            <a:avLst/>
          </a:prstGeom>
          <a:solidFill>
            <a:srgbClr val="2D1F1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434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Uhrzeit  |  Prioritaeten  |  Wiederkehrend  |  Erinnerungen  |  Eigene Aufgaben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376172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376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Tools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noch viel mehr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18745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490472"/>
            <a:ext cx="347472" cy="347472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digitaler Imker-Berater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32588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325880"/>
            <a:ext cx="1874520" cy="36576"/>
          </a:xfrm>
          <a:prstGeom prst="rect">
            <a:avLst/>
          </a:prstGeom>
          <a:solidFill>
            <a:srgbClr val="3D7C47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2072" y="1490472"/>
            <a:ext cx="347472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862072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Bestandsbuch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62072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Gesetzeskonformer PDF-Export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25880"/>
            <a:ext cx="18745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919472" y="1490472"/>
            <a:ext cx="347472" cy="347472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Koeniginnenzucht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Zuchtserien mit Timeline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32588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325880"/>
            <a:ext cx="1874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1490472"/>
            <a:ext cx="347472" cy="3474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Packliste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76872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Schnell-Sets fuer jede Arbeit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288036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2880360"/>
            <a:ext cx="1874520" cy="36576"/>
          </a:xfrm>
          <a:prstGeom prst="rect">
            <a:avLst/>
          </a:prstGeom>
          <a:solidFill>
            <a:srgbClr val="D4891C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" y="3044952"/>
            <a:ext cx="347472" cy="347472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stellen, Wissen teilen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288036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97480" y="2880360"/>
            <a:ext cx="187452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2" name="Shape 30"/>
          <p:cNvSpPr/>
          <p:nvPr/>
        </p:nvSpPr>
        <p:spPr>
          <a:xfrm>
            <a:off x="2862072" y="3044952"/>
            <a:ext cx="347472" cy="347472"/>
          </a:xfrm>
          <a:prstGeom prst="rect">
            <a:avLst/>
          </a:prstGeom>
          <a:solidFill>
            <a:srgbClr val="FFE4E6"/>
          </a:solidFill>
          <a:ln/>
        </p:spPr>
      </p:sp>
      <p:sp>
        <p:nvSpPr>
          <p:cNvPr id="33" name="Text 31"/>
          <p:cNvSpPr/>
          <p:nvPr/>
        </p:nvSpPr>
        <p:spPr>
          <a:xfrm>
            <a:off x="2862072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Kosten-Tracking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862072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pro Volk erfassen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88036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Shape 35"/>
          <p:cNvSpPr/>
          <p:nvPr/>
        </p:nvSpPr>
        <p:spPr>
          <a:xfrm>
            <a:off x="4919472" y="3044952"/>
            <a:ext cx="347472" cy="347472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Wettervorhersage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19472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14-Tage-Vorhersage pro Standort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2880360"/>
            <a:ext cx="1874520" cy="1371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25400" dir="81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12280" y="2880360"/>
            <a:ext cx="1874520" cy="36576"/>
          </a:xfrm>
          <a:prstGeom prst="rect">
            <a:avLst/>
          </a:prstGeom>
          <a:solidFill>
            <a:srgbClr val="7A6652"/>
          </a:solidFill>
          <a:ln/>
        </p:spPr>
      </p:sp>
      <p:sp>
        <p:nvSpPr>
          <p:cNvPr id="42" name="Shape 40"/>
          <p:cNvSpPr/>
          <p:nvPr/>
        </p:nvSpPr>
        <p:spPr>
          <a:xfrm>
            <a:off x="6976872" y="3044952"/>
            <a:ext cx="347472" cy="347472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3" name="Text 41"/>
          <p:cNvSpPr/>
          <p:nvPr/>
        </p:nvSpPr>
        <p:spPr>
          <a:xfrm>
            <a:off x="6976872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Voelker-Bewertung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76872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Bewerten und Entwicklung verfolgen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298448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Direkt am Bienenstand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600200"/>
            <a:ext cx="868680" cy="868680"/>
          </a:xfrm>
          <a:prstGeom prst="ellipse">
            <a:avLst/>
          </a:prstGeom>
          <a:solidFill>
            <a:srgbClr val="FFFBF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 fuer Smartphone, Tablet und Desktop.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325880"/>
            <a:ext cx="2560320" cy="36576"/>
          </a:xfrm>
          <a:prstGeom prst="rect">
            <a:avLst/>
          </a:prstGeom>
          <a:solidFill>
            <a:srgbClr val="3D7C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600200"/>
            <a:ext cx="868680" cy="868680"/>
          </a:xfrm>
          <a:prstGeom prst="ellipse">
            <a:avLst/>
          </a:prstGeom>
          <a:solidFill>
            <a:srgbClr val="FFFBF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7C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Offline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– funktioniert auch ohne Internet.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3258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2588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600200"/>
            <a:ext cx="868680" cy="868680"/>
          </a:xfrm>
          <a:prstGeom prst="ellipse">
            <a:avLst/>
          </a:prstGeom>
          <a:solidFill>
            <a:srgbClr val="FFFBF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Touch-optimiert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 Buttons, Swipe-Navigation, Bottom Bar.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320040"/>
            <a:ext cx="1065276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32004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geht's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3 Schritten startklar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63040" y="1463040"/>
            <a:ext cx="868680" cy="868680"/>
          </a:xfrm>
          <a:prstGeom prst="ellipse">
            <a:avLst/>
          </a:prstGeom>
          <a:solidFill>
            <a:srgbClr val="FFF3D6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463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8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Erstelle kostenlos deinen Account. Keine 30 Sekunden.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868680" cy="868680"/>
          </a:xfrm>
          <a:prstGeom prst="ellipse">
            <a:avLst/>
          </a:prstGeom>
          <a:solidFill>
            <a:srgbClr val="FFF3D6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463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8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Standorte anlegen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Fuege Bienenstaende hinzu und ordne Voelker zu.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1463040"/>
            <a:ext cx="868680" cy="868680"/>
          </a:xfrm>
          <a:prstGeom prst="ellipse">
            <a:avLst/>
          </a:prstGeom>
          <a:solidFill>
            <a:srgbClr val="FFF3D6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463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8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Loslegen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Behandlungen, erfasse Ernten – dein Imkeralltag beginnt.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40" y="274320"/>
            <a:ext cx="832104" cy="27432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3" name="Text 1"/>
          <p:cNvSpPr/>
          <p:nvPr/>
        </p:nvSpPr>
        <p:spPr>
          <a:xfrm>
            <a:off x="397764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Waehle deinen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 kostenlos und upgrade, wenn du mehr brauchst.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468880" cy="292608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 Einsteiger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Euro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7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 immer kostenlos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1737360" cy="0"/>
          </a:xfrm>
          <a:prstGeom prst="line">
            <a:avLst/>
          </a:prstGeom>
          <a:noFill/>
          <a:ln w="12700">
            <a:solidFill>
              <a:srgbClr val="FFF3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5 Voelker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Standort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Behandlungsplaner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968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&amp; Packliste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325880"/>
            <a:ext cx="2651760" cy="3246120"/>
          </a:xfrm>
          <a:prstGeom prst="rect">
            <a:avLst/>
          </a:prstGeom>
          <a:solidFill>
            <a:srgbClr val="1C141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86200" y="1170432"/>
            <a:ext cx="137160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1170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BELIEBTESTE WAHL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46120" y="1572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Imker Pro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1801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 ambitionierte Imker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4,99 Euro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2496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26974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49 Euro/Jahr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11880" y="2971800"/>
            <a:ext cx="1920240" cy="0"/>
          </a:xfrm>
          <a:prstGeom prst="line">
            <a:avLst/>
          </a:prstGeom>
          <a:noFill/>
          <a:ln w="6350">
            <a:solidFill>
              <a:srgbClr val="7A66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Unbegrenzte Voelker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20440" y="3291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Unbegrenzte Standorte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3520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20440" y="3749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Koeniginnenzucht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2044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Bestandsbuch PDF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0440" y="4206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E-Mail-Erinnerungen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508760"/>
            <a:ext cx="2468880" cy="292608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Imkermeister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&amp; Profis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12,99 Euro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217920" y="2633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2834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129 Euro/Jahr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0" y="3108960"/>
            <a:ext cx="1737360" cy="0"/>
          </a:xfrm>
          <a:prstGeom prst="line">
            <a:avLst/>
          </a:prstGeom>
          <a:noFill/>
          <a:ln w="12700">
            <a:solidFill>
              <a:srgbClr val="FFF3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aus Imker Pro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/ Team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Admin-Dashboard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2240" y="3968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Prioritaets-Support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Bereit fuer deine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Imkerei?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560320" y="2468880"/>
            <a:ext cx="4023360" cy="5943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2468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 testen – bienenplan.de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  |  Sofort startklar  |  Keine Installation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solidFill>
            <a:srgbClr val="E8F5E9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7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kostenlos testen – keine Kreditkarte, keine versteckten Kosten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Imkerei Tagesplaner – Produktpraesentation 2025</dc:title>
  <dc:subject>PptxGenJS Presentation</dc:subject>
  <dc:creator>Imkerei Tagesplaner</dc:creator>
  <cp:lastModifiedBy>Imkerei Tagesplaner</cp:lastModifiedBy>
  <cp:revision>1</cp:revision>
  <dcterms:created xsi:type="dcterms:W3CDTF">2026-03-01T15:43:46Z</dcterms:created>
  <dcterms:modified xsi:type="dcterms:W3CDTF">2026-03-01T15:43:46Z</dcterms:modified>
</cp:coreProperties>
</file>